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Evaluating Self-Reflection and Error Correction</a:t>
            </a:r>
            <a:br/>
            <a:r>
              <a:t>in Agent-Based Defensive Security Threat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4A90D9"/>
                </a:solidFill>
              </a:defRPr>
            </a:pPr>
            <a:r>
              <a:t>Research Question:</a:t>
            </a:r>
          </a:p>
          <a:p>
            <a:pPr>
              <a:spcAft>
                <a:spcPts val="400"/>
              </a:spcAft>
              <a:defRPr sz="1600">
                <a:solidFill>
                  <a:srgbClr val="4A90D9"/>
                </a:solidFill>
              </a:defRPr>
            </a:pPr>
            <a:r>
              <a:t>Does incorporating self-reflection and error correction significantly</a:t>
            </a:r>
          </a:p>
          <a:p>
            <a:pPr>
              <a:spcAft>
                <a:spcPts val="400"/>
              </a:spcAft>
              <a:defRPr sz="1600">
                <a:solidFill>
                  <a:srgbClr val="4A90D9"/>
                </a:solidFill>
              </a:defRPr>
            </a:pPr>
            <a:r>
              <a:t>improve the accuracy and reliability of agent-based defensive</a:t>
            </a:r>
          </a:p>
          <a:p>
            <a:pPr>
              <a:spcAft>
                <a:spcPts val="400"/>
              </a:spcAft>
              <a:defRPr sz="1600">
                <a:solidFill>
                  <a:srgbClr val="4A90D9"/>
                </a:solidFill>
              </a:defRPr>
            </a:pPr>
            <a:r>
              <a:t>security threat detection systems?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Evaluated across 4 threat domains | 3 reflection levels | 3 Gemini models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LLMs show promise in cybersecurity: phishing detection, malware classification, log analysis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Problem: Single-pass LLM analysis is prone to errors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False Positives: Waste analyst time, cause alert fatigue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False Negatives: Miss real threats, lead to breaches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Solution: Self-reflection — agent reviews and revises its own reasoning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Mirrors human workflow: junior analyst → senior review → revised assessment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This project: 3-level reflection architecture across 4 security domains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What is Self-Reflection?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Self-reflection in AI agents = reviewing, critiquing, and revising own output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Three roles played by a single LLM through different prompts: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  1. Detection Agent — performs initial threat analysis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  2. Critic Agent — reviews for errors, missed indicators, logical gaps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  3. Revision Step — reconsiders verdict using critic's feedback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Three Levels of Reflection: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  Level 0 (Baseline):   Sample ──&gt; Agent ──&gt; Verdict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  Level 1 (Single):     Sample ──&gt; Agent ──&gt; Critic ──&gt; Revise ──&gt; Verdict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  Level 2 (Iterative):  Sample ──&gt; Agent &lt;──&gt; Critic (loop max 3x) ──&gt; Verdict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4 Threat Domains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Domain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Dataset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Samples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Input Type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Class Balance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Phishing Email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CEAS_08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39,154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Email subject, sender, body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56% phishing / 44% benign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Network Intrusion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NSL-KDD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125,972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41 numeric features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Mixed attacks + normal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Malware (PE)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ClaMP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5,210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70 PE header features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52% malware / 48% benign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Insider Threat Logs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CERT r4.2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242,228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Window of 7 events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5.3% threat / 94.7% benign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Domain 1: Phishing Email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Dataset: CEAS_08 — 39,154 emails (21,842 phishing + 17,312 benign)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Input: Email subject, sender address, and body text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Challenge: Distinguishing phishing from legitimate marketing, newsletters, notifications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Key Indicators: Spoofed domains, urgency language, suspicious URLs, social engineering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LLM Strength: Excels here — natural language understanding is core LLM capability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Results: 93-100% accuracy across models at Level 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Domain 2: Network Intrusion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Dataset: NSL-KDD — 125,972 connection records with 41 features each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Input: Structured features (duration, protocol, bytes, error rates, etc.)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Challenge: Classify traffic as normal or attack (DoS, Probe, R2L, U2R)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Key Indicators: Traffic anomalies, SYN floods, port scans, failed logins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LLM Strength: Good — recognizable attack patterns in feature combinations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Results: 90-100% accuracy across models at Level 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Domain 3: Malware Analysis (PE Features)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Dataset: ClaMP — 5,210 PE files with 70 features each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Input: Raw PE header values (entropy, sections, linker version, flags...)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Challenge: Classify Windows executables from numerical features only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Key Indicators: Entropy patterns, suspicious sections, packer detection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LLM Weakness: Cannot reason about 70 raw numbers — scores 50% (random chance)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All models default to calling everything 'malicious' (FPR = 1.0)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Domain 4: Insider Threat Log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Dataset: CERT r4.2 — 242,228 events (94.7% benign, 5.3% malicious)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Input: Sliding window of 7 consecutive employee events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Challenge: Malicious and benign windows look nearly identical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USB Connect → File Access → File Access appears in BOTH classes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Missing Context: Employee role, resignation status, job scope, time of day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Labels based on WHO the user is, not WHAT the events look like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Results: 37-50% accuracy — near random chance across all models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Tech Stack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8595360" cy="3520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LLM Provider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Google Gemini API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Cloud-hosted language models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Agent Framework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LangChain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Prompt management, chain composition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Prompt Templates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ChatPromptTemplate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Structured prompts per agent role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Chain Composition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LCEL (pipe operator)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prompt | llm pipeline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Output Parsing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Manual JSON + validation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Robust LLM response handling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Evaluation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scikit-learn, scipy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Metrics, McNemar's test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Data Processing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pandas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Loading, preprocessing, windowing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Visualization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matplotlib, seaborn, plotly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Charts and figures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Demo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Streamlit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Interactive web demo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Config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python-dotenv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API key management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Models Tested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Input Cost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Output Cost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Key Trait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gemini-2.5-flash-lite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Lightweight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$0.075/1M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$0.30/1M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Fast, cheap, no thinking tokens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gemini-2.5-flash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Hybrid reasoning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$0.15/1M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$0.60 + $3.50 thinking/1M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Thinking tokens for deep reasoning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gemini-3-flash-preview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Frontier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$0.50/1M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$3.00/1M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Most capable reasoning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Ollama (Llama/Mistral)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Open-source local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Free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Free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Failed: can't produce valid JSON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</a:defRPr>
            </a:pPr>
            <a:r>
              <a:t>┌─────────────┐     ┌──────────────────┐     ┌─────────────────┐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</a:defRPr>
            </a:pPr>
            <a:r>
              <a:t>│   Datasets   │────&gt;│    DataLoader     │────&gt;│ ReflectiveAgent │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</a:defRPr>
            </a:pPr>
            <a:r>
              <a:t>│  CEAS_08     │     │  load, balance,   │     │  (Orchestrator) │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</a:defRPr>
            </a:pPr>
            <a:r>
              <a:t>│  NSL-KDD     │     │  format, window   │     │                 │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</a:defRPr>
            </a:pPr>
            <a:r>
              <a:t>│  ClaMP       │     └──────────────────┘     └────────┬────────┘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</a:defRPr>
            </a:pPr>
            <a:r>
              <a:t>│  CERT r4.2   │                                       │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</a:defRPr>
            </a:pPr>
            <a:r>
              <a:t>└─────────────┘                           ┌────────────┼────────────┐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</a:defRPr>
            </a:pPr>
            <a:r>
              <a:t>                                          v            v            v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</a:defRPr>
            </a:pPr>
            <a:r>
              <a:t>┌──────────────┐              ┌───────────────┐ ┌────────────┐ ┌──────────┐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</a:defRPr>
            </a:pPr>
            <a:r>
              <a:t>│ Domain       │──────────────&gt;│  Detection    │ │   Critic   │ │ Revision │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</a:defRPr>
            </a:pPr>
            <a:r>
              <a:t>│ Prompts      │              │  Agent (L0)   │ │   Agent    │ │   Step   │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</a:defRPr>
            </a:pPr>
            <a:r>
              <a:t>│ phishing.py  │              └───────┬───────┘ └─────┬──────┘ └────┬─────┘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</a:defRPr>
            </a:pPr>
            <a:r>
              <a:t>│ network.py   │                      │               │             │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</a:defRPr>
            </a:pPr>
            <a:r>
              <a:t>│ malware.py   │                      └───────────────┴─────────────┘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</a:defRPr>
            </a:pPr>
            <a:r>
              <a:t>│ log.py       │                                      │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</a:defRPr>
            </a:pPr>
            <a:r>
              <a:t>└──────────────┘                              ┌───────v───────┐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</a:defRPr>
            </a:pPr>
            <a:r>
              <a:t>                                              │  Gemini API   │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</a:defRPr>
            </a:pPr>
            <a:r>
              <a:t>                                              │  (LangChain)  │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</a:defRPr>
            </a:pPr>
            <a:r>
              <a:t>                                              └───────────────┘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Level 0: Baseline (No Reflection)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Flow: Sample ──&gt; Detection Agent ──&gt; Final Verdict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LLM Calls: 1 per sample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How it works: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  1. Sample text sent to LLM with domain-specific system prompt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  2. LLM returns JSON: verdict, confidence, reasoning, indicators, threat_type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  3. That's the final answer — no review, no revision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LangChain: ChatPromptTemplate.from_messages() | ChatGoogleGenerativeAI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This is the CONTROL GROUP — all improvements measured against Level 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Level 1: Single Reflection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Flow: Sample ──&gt; Detection ──&gt; Critic ──&gt; Revision ──&gt; Final Verdict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LLM Calls: 3 per sample (always)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Step 1: Detection Agent produces initial verdict (same as Level 0)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Step 2: Critic Agent receives sample + full analysis, reviews for errors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Step 3: Revision with context-aware instructions:</a:t>
            </a:r>
          </a:p>
          <a:p>
            <a:pPr lvl="1">
              <a:spcAft>
                <a:spcPts val="300"/>
              </a:spcAft>
              <a:defRPr sz="1300">
                <a:solidFill>
                  <a:srgbClr val="AAAAAA"/>
                </a:solidFill>
              </a:defRPr>
            </a:pPr>
            <a:r>
              <a:t>If critic AGREED → Keep verdict, refine reasoning and confidence</a:t>
            </a:r>
          </a:p>
          <a:p>
            <a:pPr lvl="1">
              <a:spcAft>
                <a:spcPts val="300"/>
              </a:spcAft>
              <a:defRPr sz="1300">
                <a:solidFill>
                  <a:srgbClr val="AAAAAA"/>
                </a:solidFill>
              </a:defRPr>
            </a:pPr>
            <a:r>
              <a:t>If critic same verdict, different reasoning → Improve reasoning only</a:t>
            </a:r>
          </a:p>
          <a:p>
            <a:pPr lvl="1">
              <a:spcAft>
                <a:spcPts val="300"/>
              </a:spcAft>
              <a:defRPr sz="1300">
                <a:solidFill>
                  <a:srgbClr val="AAAAAA"/>
                </a:solidFill>
              </a:defRPr>
            </a:pPr>
            <a:r>
              <a:t>If critic DISAGREED → Compare evidence both sides, keep if yours is stronger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Level 2: Iterative Reflection (Max 3 Rounds)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Flow: Sample ──&gt; Detection ──&gt; [Critic ──&gt; Revise] x N ──&gt; Final Verdict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LLM Calls: 2-7 per sample (depends on consensus)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Loop repeats until CONSENSUS or max 3 rounds: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Consensus requires ALL THREE conditions:</a:t>
            </a:r>
          </a:p>
          <a:p>
            <a:pPr lvl="1">
              <a:spcAft>
                <a:spcPts val="300"/>
              </a:spcAft>
              <a:defRPr sz="1300">
                <a:solidFill>
                  <a:srgbClr val="AAAAAA"/>
                </a:solidFill>
              </a:defRPr>
            </a:pPr>
            <a:r>
              <a:t>Critic agrees with current verdict (agree: true)</a:t>
            </a:r>
          </a:p>
          <a:p>
            <a:pPr lvl="1">
              <a:spcAft>
                <a:spcPts val="300"/>
              </a:spcAft>
              <a:defRPr sz="1300">
                <a:solidFill>
                  <a:srgbClr val="AAAAAA"/>
                </a:solidFill>
              </a:defRPr>
            </a:pPr>
            <a:r>
              <a:t>Critic's verdict MATCHES Detection Agent's verdict</a:t>
            </a:r>
          </a:p>
          <a:p>
            <a:pPr lvl="1">
              <a:spcAft>
                <a:spcPts val="300"/>
              </a:spcAft>
              <a:defRPr sz="1300">
                <a:solidFill>
                  <a:srgbClr val="AAAAAA"/>
                </a:solidFill>
              </a:defRPr>
            </a:pPr>
            <a:r>
              <a:t>Both confidences &gt;= 0.7 (consensus threshold)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8A838"/>
                </a:solidFill>
              </a:defRPr>
            </a:pPr>
            <a:r>
              <a:t>On consensus: final confidence = average(agent, critic)</a:t>
            </a:r>
          </a:p>
          <a:p>
            <a:pPr>
              <a:spcAft>
                <a:spcPts val="400"/>
              </a:spcAft>
              <a:defRPr sz="1300">
                <a:solidFill>
                  <a:srgbClr val="E8A838"/>
                </a:solidFill>
              </a:defRPr>
            </a:pPr>
            <a:r>
              <a:t>No consensus after 3 rounds: uses last revised verdict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LangChain Implementation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ChatGoogleGenerativeAI — LangChain's Gemini integration, temperature=0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ChatPromptTemplate.from_messages() — structured prompts for each agent role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LCEL Chain: chain = prompt | llm  →  response = chain.invoke({...})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Manual JSON Parsing — handles ```json blocks, validates fields, clamps confidence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Pydantic Models — ThreatVerdict and CriticReview define expected output schemas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TokenCountingCallback — LangChain callback for tracking token usage per call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Timed Calls — _timed_call() wrapper records latency per LLM call (detection, critic, revision)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Domain Context Caching — _get_domain_context() cached at agent init, not per sample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Evaluation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What It Tells Us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Correct / Total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Overall performance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TP / (TP + FP)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When it says malicious, is it right?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TP / (TP + FN)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Does it catch all threats?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F1 Score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Harmonic mean of P &amp; R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Balanced single metric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FPR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FP / (FP + TN)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Benign flagged as threats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FNR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FN / (FN + TP)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Threats missed as benign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McNemar's Test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Chi-squared on discordant pairs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Is L0 vs L2 difference significant?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Results: Gemini 2.5 Flash-Lite (30 samples)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859536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Domain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Level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FPR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FNR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Phishing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L0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0.9333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0.8824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0.9375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0.1333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L1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0.9333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0.8667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0.9286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0.1333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L2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0.8000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0.6000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0.7500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0.4000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Network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L0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0.9000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0.8750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0.9333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0.9032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0.1333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0.0667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L1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0.8000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0.9091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0.6667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0.7692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0.0667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0.3333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L2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0.7333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0.8889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0.5333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0.6667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0.0667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0.4667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Malware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L0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0.5000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0.5000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0.6667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L1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0.3667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0.3000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0.2000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0.2400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0.4667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0.8000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L2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0.5000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0.5000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0.2667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0.3478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0.2667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0.7333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Logs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L0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0.3667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0.3571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0.3333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0.3448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0.6000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0.6667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L1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0.5000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L2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0.5000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Flash-Lite: Reflection Impact (L0 → L2)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7908"/>
                <a:gridCol w="1227908"/>
                <a:gridCol w="1227908"/>
                <a:gridCol w="1227908"/>
                <a:gridCol w="1227908"/>
                <a:gridCol w="1227908"/>
                <a:gridCol w="1227912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Domain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L0 Acc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L2 Acc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L0 F1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L2 F1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Phishing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0.9333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0.8000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↓ 0.1333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0.9375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0.7500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↓ 0.1875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Network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0.9000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0.7333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↓ 0.1667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0.9032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0.6667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↓ 0.2366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Malware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0.5000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0.5000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= 0.0000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0.6667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0.3478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↓ 0.3188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Logs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0.3667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0.5000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↑ 0.1333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0.3448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↓ 0.3448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114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D94A4A"/>
                </a:solidFill>
              </a:defRPr>
            </a:pPr>
            <a:r>
              <a:t>Key Finding: With flash-lite, self-reflection consistently DEGRADES performance.</a:t>
            </a:r>
          </a:p>
          <a:p>
            <a:pPr>
              <a:spcAft>
                <a:spcPts val="400"/>
              </a:spcAft>
              <a:defRPr sz="1400">
                <a:solidFill>
                  <a:srgbClr val="D94A4A"/>
                </a:solidFill>
              </a:defRPr>
            </a:pPr>
            <a:r>
              <a:t>The model is too weak for multi-step reasoning — the critic second-guesses correct</a:t>
            </a:r>
          </a:p>
          <a:p>
            <a:pPr>
              <a:spcAft>
                <a:spcPts val="400"/>
              </a:spcAft>
              <a:defRPr sz="1400">
                <a:solidFill>
                  <a:srgbClr val="D94A4A"/>
                </a:solidFill>
              </a:defRPr>
            </a:pPr>
            <a:r>
              <a:t>answers, and the revision agent caves to the critic's suggestions.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Results: Gemini 2.5 Flash (6 samples)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Domain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Level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FPR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FNR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Phishing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L0-L2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Network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L0-L2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Malware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L0-L2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0.5000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0.5000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0.6667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Logs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L0-L2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0.5000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0.5000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0.6667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657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E8A838"/>
                </a:solidFill>
              </a:defRPr>
            </a:pPr>
            <a:r>
              <a:t>Key Finding: Ceiling effect — perfect on text domains, reflection has nothing</a:t>
            </a:r>
          </a:p>
          <a:p>
            <a:pPr>
              <a:spcAft>
                <a:spcPts val="400"/>
              </a:spcAft>
              <a:defRPr sz="1400">
                <a:solidFill>
                  <a:srgbClr val="E8A838"/>
                </a:solidFill>
              </a:defRPr>
            </a:pPr>
            <a:r>
              <a:t>to improve. Still fails on malware/logs (50% = random chance).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Results: Gemini 3 Flash Preview (10 samples)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Domain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Level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FPR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FNR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Phishing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L0-L2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Network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L0-L2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Malware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L0-L2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0.5000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0.5000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0.6667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Logs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L0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0.4000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0.4444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0.8000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0.5714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0.2000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L1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0.2000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0.2000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0.2000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0.2000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0.8000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0.8000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L2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0.3000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0.3333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0.4000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0.3636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0.8000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0.6000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5720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D94A4A"/>
                </a:solidFill>
              </a:defRPr>
            </a:pPr>
            <a:r>
              <a:t>Key Finding: Most capable model confirms pattern — perfect on text,</a:t>
            </a:r>
          </a:p>
          <a:p>
            <a:pPr>
              <a:spcAft>
                <a:spcPts val="400"/>
              </a:spcAft>
              <a:defRPr sz="1400">
                <a:solidFill>
                  <a:srgbClr val="D94A4A"/>
                </a:solidFill>
              </a:defRPr>
            </a:pPr>
            <a:r>
              <a:t>fails on PE features. On logs, reflection HURTS (40% → 30%).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Statistical Significance (McNemar's Test)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McNemar's Test compares Level 0 vs Level 2 predictions on the same samples.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Tests whether the classifiers have significantly different error rates.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743200"/>
          <a:ext cx="859536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Phishing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Network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Malware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Logs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Flash-Lite (30)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p=0.2891 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p=0.1250 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p=1.0000 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p=0.4240 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Flash (6)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p=1.0000 NO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p=1.0000 NO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p=1.0000 NO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p=1.0000 NO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Flash-3 (10)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p=1.0000 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p=1.0000 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p=1.0000 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p=1.0000 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7548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  <a:r>
              <a:t>No statistically significant differences (all p &gt; 0.05).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  <a:r>
              <a:t>Partly due to small sample sizes, partly because differences were not large enough.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Model Comparison: Capability vs Reflection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Phishing L0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Network L0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Reflection Helps?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Why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flash-lite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93.3%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90.0%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NO — hurts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Too weak to be good critic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2.5-flash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Neutral — ceiling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Already perfect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3-flash-preview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Neutral — ceiling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Already perfect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Ollama (local)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N/A — broken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Can't produce JSON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114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8A838"/>
                </a:solidFill>
              </a:defRPr>
            </a:pPr>
            <a:r>
              <a:t>The Self-Reflection Paradox:</a:t>
            </a:r>
          </a:p>
          <a:p>
            <a:pPr>
              <a:spcAft>
                <a:spcPts val="400"/>
              </a:spcAft>
              <a:defRPr sz="1300">
                <a:solidFill>
                  <a:srgbClr val="E8A838"/>
                </a:solidFill>
              </a:defRPr>
            </a:pPr>
            <a:r>
              <a:t>  - Weak models: Critic gives bad feedback → revision caves → accuracy drops</a:t>
            </a:r>
          </a:p>
          <a:p>
            <a:pPr>
              <a:spcAft>
                <a:spcPts val="400"/>
              </a:spcAft>
              <a:defRPr sz="1300">
                <a:solidFill>
                  <a:srgbClr val="E8A838"/>
                </a:solidFill>
              </a:defRPr>
            </a:pPr>
            <a:r>
              <a:t>  - Strong models: Already perfect → nothing to improve → reflection is redundant</a:t>
            </a:r>
          </a:p>
          <a:p>
            <a:pPr>
              <a:spcAft>
                <a:spcPts val="400"/>
              </a:spcAft>
              <a:defRPr sz="1300">
                <a:solidFill>
                  <a:srgbClr val="E8A838"/>
                </a:solidFill>
              </a:defRPr>
            </a:pPr>
            <a:r>
              <a:t>  - Hard domains: No model can do it → reflection adds noise to random guessing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Why Open-Source / Ollama Models Failed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JSON Output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Critic Quality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Verdict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Llama 3.1 (8B)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Frequently malformed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N/A — parse failed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FAILED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Mistral (7B)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Inconsistent formatting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N/A — parse failed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FAILED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Gemma 2 (9B)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Partial, often truncated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N/A — parse failed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FAILED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  <a:r>
              <a:t>The self-reflection pipeline requires EVERY LLM call to return valid JSON.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  <a:r>
              <a:t>One parse failure at any step (detection, critic, revision) breaks the chain.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  <a:r>
              <a:t>What it would take to use open-source models: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  <a:r>
              <a:t>  - 70B+ parameter models (Llama 3.1 70B) — need 40GB+ VRAM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  <a:r>
              <a:t>  - Fine-tuning smaller models on structured JSON output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  <a:r>
              <a:t>  - Capable GPU hardware (~₹1-2 lakh investment)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  <a:r>
              <a:t>  - 'Free' local models actually require significant compute cost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Malware Domain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Every model scores exactly 50% — random chance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All models default to calling everything 'malicious' (FPR = 1.0)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Why: ClaMP has 70 raw numeric PE features (e_cblp: 144, SizeOfCode: 22528...)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LLMs are LANGUAGE models, not NUMERICAL classifiers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They cannot learn statistical distributions from a single prompt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They cannot perform feature correlation across 70 dimensions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Traditional ML (Random Forest, XGBoost) achieves 95%+ easily on same data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Solution: Hybrid approach — ML extracts features, LLM interprets in natural language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Insider Threat Log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  <a:r>
              <a:t>Malicious Window:                        Benign Window: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  <a:r>
              <a:t>─────────────────                        ─────────────────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  <a:r>
              <a:t>Event 1: device Connect | 10:51          Event 1: device Connect | 11:45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  <a:r>
              <a:t>Event 2: file PU444C7E.doc | 10:53       Event 2: file report.doc | 11:47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  <a:r>
              <a:t>Event 3: file OEDCGST5.pdf | 10:57       Event 3: file data.xlsx | 11:52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  <a:r>
              <a:t>Event 4: file GY2Y0OPE.doc | 11:00       Event 4: device Disconnect | 11:55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  <a:r>
              <a:t>They look IDENTICAL. Both show: USB connect → file access → file access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  <a:r>
              <a:t>The difference is CONTEXT that doesn't exist in the log events: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  <a:r>
              <a:t>  - Has the employee submitted a resignation?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  <a:r>
              <a:t>  - Are these files outside their job scope?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  <a:r>
              <a:t>  - Is this happening at 2 AM or 2 PM?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  <a:r>
              <a:t>  - What is the employee's role and department?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  <a:r>
              <a:t>CERT labels are based on WHO + WHEN, not WHAT the events look like.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Tradeoff Triangle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                    ACCURACY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                       ^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                      /|\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                     / | \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                    /  |  \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                   / gemini \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                  / 3-flash  \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                 / (100% but  \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                /  ceiling)    \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               /      |        \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              / "Goldilocks"    \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             /  Zone — where     \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            /  reflection COULD   \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           /     help, but we      \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          /   couldn't find a       \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         /  model that sits here     \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        /         |                  \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       / flash-lite    Ollama         \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      / (93% but     (can't even      \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     / reflection    produce JSON)     \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    /   hurts)                          \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   +────────────+───────────────────────&gt;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  FREE        $0.10                $2.60   COST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Cost Analysis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Input/1M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Output/1M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30 samples est. (USD)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INR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gemini-2.5-flash-lite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$0.075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$0.30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~$0.10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~₹10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gemini-2.5-flash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$0.15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$0.60 + $3.50 think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~$2.00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~₹170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gemini-3-flash-preview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$0.50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$3.00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~$2.60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~₹220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200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Cost per Reflection Level (relative):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3840480"/>
          <a:ext cx="859536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Level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LLM Calls/Sample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Relative Cost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Accuracy Impact</a:t>
                      </a:r>
                    </a:p>
                  </a:txBody>
                  <a:tcPr anchor="ctr">
                    <a:solidFill>
                      <a:srgbClr val="4A90D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L0 (Baseline)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1x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Best or tied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L1 (Single)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3x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Same or worse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L2 (Iterative)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2-7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2-7x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Same or worse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1. Self-reflection requires a MINIMUM model capability threshold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   Flash-lite lacks reasoning depth — critic gives bad advice, revision follows blindly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2. Domain complexity determines reflection potential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   Text domains: LLMs excel → ceiling effect. Numeric domains: LLMs fail → reflection can't help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3. Stronger models hit ceiling effects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   gemini-2.5-flash and 3-flash achieve 100% on phishing/network with just 6-10 samples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4. Reflection adds significant cost with marginal or negative returns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   L2 costs 2-7x more than L0 but never outperformed it in our experiments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5. No statistical significance achieved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   All McNemar's test p-values &gt; 0.05 across all domain-model combinations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Project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project/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├── src/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│   ├── agents/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│   │   ├── base_agent.py          # Level 0: ThreatDetectionAgent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│   │   ├── critic_agent.py        # Critic: CriticAgent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│   │   └── reflective_agent.py    # Orchestrator: Levels 0/1/2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│   ├── threats/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│   │   ├── phishing.py            # Phishing prompts + formatting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│   │   ├── network_intrusion.py   # Network prompts + formatting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│   │   ├── malware.py             # Malware prompts + formatting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│   │   └── log_analysis.py        # Log prompts + formatting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│   ├── data/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│   │   └── loader.py              # DataLoader: CSV, windowing, balancing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│   ├── evaluation/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│   │   ├── metrics.py             # Accuracy, F1, McNemar's test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│   │   └── cost_tracker.py        # Token &amp; latency tracking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│   └── config.py                  # Model, thresholds, paths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├── experiments/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│   └── run_experiment.py          # CLI experiment runner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├── data/                          # Datasets (gitignored)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├── notebooks/                     # Analysis notebooks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└── app/streamlit_app.py           # Interactive demo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CCCCCC"/>
                </a:solidFill>
              </a:defRPr>
            </a:pPr>
            <a:r>
              <a:t>Self-reflection is NOT a universal improvement.</a:t>
            </a:r>
          </a:p>
          <a:p>
            <a:pPr>
              <a:spcAft>
                <a:spcPts val="400"/>
              </a:spcAft>
              <a:defRPr sz="1600">
                <a:solidFill>
                  <a:srgbClr val="CCCCCC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CCCCCC"/>
                </a:solidFill>
              </a:defRPr>
            </a:pPr>
            <a:r>
              <a:t>It requires careful matching of:</a:t>
            </a:r>
          </a:p>
          <a:p>
            <a:pPr>
              <a:spcAft>
                <a:spcPts val="400"/>
              </a:spcAft>
              <a:defRPr sz="1600">
                <a:solidFill>
                  <a:srgbClr val="CCCCCC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CCCCCC"/>
                </a:solidFill>
              </a:defRPr>
            </a:pPr>
            <a:r>
              <a:t>    Model Capability  ×  Domain Complexity  ×  Dataset Difficulty</a:t>
            </a:r>
          </a:p>
          <a:p>
            <a:pPr>
              <a:spcAft>
                <a:spcPts val="400"/>
              </a:spcAft>
              <a:defRPr sz="1600">
                <a:solidFill>
                  <a:srgbClr val="CCCCCC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CCCCCC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CCCCCC"/>
                </a:solidFill>
              </a:defRPr>
            </a:pPr>
            <a:r>
              <a:t>The ideal operating point — where the model is good enough to benefit</a:t>
            </a:r>
          </a:p>
          <a:p>
            <a:pPr>
              <a:spcAft>
                <a:spcPts val="400"/>
              </a:spcAft>
              <a:defRPr sz="1600">
                <a:solidFill>
                  <a:srgbClr val="CCCCCC"/>
                </a:solidFill>
              </a:defRPr>
            </a:pPr>
            <a:r>
              <a:t>from reflection but not so good that it's already perfect —</a:t>
            </a:r>
          </a:p>
          <a:p>
            <a:pPr>
              <a:spcAft>
                <a:spcPts val="400"/>
              </a:spcAft>
              <a:defRPr sz="1600">
                <a:solidFill>
                  <a:srgbClr val="CCCCCC"/>
                </a:solidFill>
              </a:defRPr>
            </a:pPr>
            <a:r>
              <a:t>remains elusive with current models and datasets.</a:t>
            </a:r>
          </a:p>
          <a:p>
            <a:pPr>
              <a:spcAft>
                <a:spcPts val="400"/>
              </a:spcAft>
              <a:defRPr sz="1600">
                <a:solidFill>
                  <a:srgbClr val="CCCCCC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CCCCCC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CCCCCC"/>
                </a:solidFill>
              </a:defRPr>
            </a:pPr>
            <a:r>
              <a:t>This is itself a valuable research finding:</a:t>
            </a:r>
          </a:p>
          <a:p>
            <a:pPr>
              <a:spcAft>
                <a:spcPts val="400"/>
              </a:spcAft>
              <a:defRPr sz="1600">
                <a:solidFill>
                  <a:srgbClr val="CCCCCC"/>
                </a:solidFill>
              </a:defRPr>
            </a:pPr>
            <a:r>
              <a:t>Self-reflection adds cost and complexity that is only justified when</a:t>
            </a:r>
          </a:p>
          <a:p>
            <a:pPr>
              <a:spcAft>
                <a:spcPts val="400"/>
              </a:spcAft>
              <a:defRPr sz="1600">
                <a:solidFill>
                  <a:srgbClr val="CCCCCC"/>
                </a:solidFill>
              </a:defRPr>
            </a:pPr>
            <a:r>
              <a:t>the base model operates in a narrow 'Goldilocks zone' of capability.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